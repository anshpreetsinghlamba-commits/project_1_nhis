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5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0" y="0"/>
            <a:ext cx="12227975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41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92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60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13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1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1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913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3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6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289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4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05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8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560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9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000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114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022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15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2" y="0"/>
            <a:ext cx="12226777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1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320B2-66BA-A37F-EEDE-624FC5E0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u="sng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endParaRPr lang="en-IN" sz="6600" b="1" u="sng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EB1A4EC-1383-BBDD-9692-94C679AD7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064" y="2959510"/>
            <a:ext cx="9598696" cy="291635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20</a:t>
            </a:r>
            <a:r>
              <a:rPr lang="en-IN" baseline="30000" dirty="0"/>
              <a:t>th</a:t>
            </a:r>
            <a:r>
              <a:rPr lang="en-IN" dirty="0"/>
              <a:t> January 2026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PROJECT ON BIKE SHARING DEMAND ANALYSIS</a:t>
            </a:r>
          </a:p>
          <a:p>
            <a:endParaRPr lang="en-IN" dirty="0"/>
          </a:p>
          <a:p>
            <a:r>
              <a:rPr lang="en-IN" dirty="0"/>
              <a:t>Submit by ANSHPREET SINGH LAMBA</a:t>
            </a:r>
          </a:p>
          <a:p>
            <a:endParaRPr lang="en-IN" dirty="0"/>
          </a:p>
        </p:txBody>
      </p:sp>
      <p:pic>
        <p:nvPicPr>
          <p:cNvPr id="1026" name="Picture 2" descr="NextHikes IT Solutions">
            <a:extLst>
              <a:ext uri="{FF2B5EF4-FFF2-40B4-BE49-F238E27FC236}">
                <a16:creationId xmlns:a16="http://schemas.microsoft.com/office/drawing/2014/main" id="{8596DBF6-C79C-EBAE-1C4C-8F63067A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696" y="707922"/>
            <a:ext cx="6715431" cy="157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36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Three datasets merged: calendar, weather, and rental demand</a:t>
            </a:r>
          </a:p>
          <a:p>
            <a:r>
              <a:t>Data cleaned and consolidated into a single Excel workbook</a:t>
            </a:r>
          </a:p>
          <a:p>
            <a:r>
              <a:t>Prepared for pivot analysis, dashboarding, and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Temporal: season, yr, mnth, hr, weekday, holiday</a:t>
            </a:r>
          </a:p>
          <a:p>
            <a:r>
              <a:t>Weather: weathersit, temp, atemp, hum, windspeed</a:t>
            </a:r>
          </a:p>
          <a:p>
            <a:r>
              <a:t>Demand: casual, registered, cnt (total rentals)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 rows</a:t>
            </a:r>
          </a:p>
          <a:p>
            <a:r>
              <a:t>Handled missing values using column averages</a:t>
            </a:r>
          </a:p>
          <a:p>
            <a:r>
              <a:t>Corrected data types (dates, integers, floats)</a:t>
            </a:r>
          </a:p>
        </p:txBody>
      </p:sp>
      <p:sp>
        <p:nvSpPr>
          <p:cNvPr id="4" name="AutoShape 2" descr="Image result for nexthikes it solutions some images ">
            <a:extLst>
              <a:ext uri="{FF2B5EF4-FFF2-40B4-BE49-F238E27FC236}">
                <a16:creationId xmlns:a16="http://schemas.microsoft.com/office/drawing/2014/main" id="{DC891031-EA56-3BC6-8B52-41FAF06037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Image result for nexthikes it solutions some images ">
            <a:extLst>
              <a:ext uri="{FF2B5EF4-FFF2-40B4-BE49-F238E27FC236}">
                <a16:creationId xmlns:a16="http://schemas.microsoft.com/office/drawing/2014/main" id="{F84C7653-D69D-561A-93C7-6BC59BC825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1859884" cy="185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899AA1-3E11-B1E2-55A7-22E2925A5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097" y="2899927"/>
            <a:ext cx="3091863" cy="2918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Weekend vs Weekday: based on weekday column</a:t>
            </a:r>
          </a:p>
          <a:p>
            <a:r>
              <a:t>Holiday Flag: derived from holiday column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E8BAD3-9EBD-7E1D-9C50-8E89948E1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07" y="2737735"/>
            <a:ext cx="3165987" cy="3318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 Table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Rental demand peaks during morning and evening hours</a:t>
            </a:r>
          </a:p>
          <a:p>
            <a:r>
              <a:t>Weather condition impacts rental volume</a:t>
            </a:r>
          </a:p>
          <a:p>
            <a:r>
              <a:t>Registered users dominate during weekdays; casual users on weekends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Positive correlation between temperature and rental demand</a:t>
            </a:r>
          </a:p>
          <a:p>
            <a:r>
              <a:t>Higher variability in casual users compared to registered users</a:t>
            </a:r>
          </a:p>
          <a:p>
            <a:r>
              <a:t>Humidity and windspeed show moderate negative correlation with demand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 chart: rentals by hour</a:t>
            </a:r>
          </a:p>
          <a:p>
            <a:r>
              <a:rPr dirty="0"/>
              <a:t>Bar chart: rentals by weather condition</a:t>
            </a:r>
          </a:p>
          <a:p>
            <a:r>
              <a:rPr dirty="0"/>
              <a:t>Heatmap: weekday vs hour</a:t>
            </a:r>
          </a:p>
          <a:p>
            <a:r>
              <a:rPr dirty="0"/>
              <a:t>Slicers: season, user type, weather</a:t>
            </a:r>
          </a:p>
          <a:p>
            <a:r>
              <a:rPr dirty="0"/>
              <a:t>Timeline: date-based filtering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8AA3DB-A11E-7EC5-6C69-40B02BFB7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735" y="2831690"/>
            <a:ext cx="4227871" cy="2694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VBA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Macro to auto-refresh all pivot tables and data connections</a:t>
            </a:r>
          </a:p>
          <a:p>
            <a:r>
              <a:t>Ensures up-to-date dashboards with one click</a:t>
            </a:r>
          </a:p>
          <a:p>
            <a:r>
              <a:t>Improves usability for business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forecasting to predict future demand trends</a:t>
            </a:r>
          </a:p>
          <a:p>
            <a:r>
              <a:t>Monitor anomalies in rental patterns for operational planning</a:t>
            </a:r>
          </a:p>
          <a:p>
            <a:r>
              <a:t>Leverage dashboards for data-driven decision making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ABBC9C-24AB-0BC1-A8E2-A1930C72F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FC4200-24FA-C4A9-D56F-E4B3C67F4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71</TotalTime>
  <Words>254</Words>
  <Application>Microsoft Office PowerPoint</Application>
  <PresentationFormat>Custom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 </vt:lpstr>
      <vt:lpstr>Project Overview</vt:lpstr>
      <vt:lpstr>Key Variables</vt:lpstr>
      <vt:lpstr>Data Cleaning Steps</vt:lpstr>
      <vt:lpstr>Calculated Columns</vt:lpstr>
      <vt:lpstr>Pivot Table Insights</vt:lpstr>
      <vt:lpstr>Statistical Analysis</vt:lpstr>
      <vt:lpstr>Dashboard Elements</vt:lpstr>
      <vt:lpstr>VBA Automation</vt:lpstr>
      <vt:lpstr>Recommendations &amp; 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Anshpreetsingh01@outlook.com</cp:lastModifiedBy>
  <cp:revision>2</cp:revision>
  <dcterms:created xsi:type="dcterms:W3CDTF">2013-01-27T09:14:16Z</dcterms:created>
  <dcterms:modified xsi:type="dcterms:W3CDTF">2026-01-19T20:13:07Z</dcterms:modified>
  <cp:category/>
</cp:coreProperties>
</file>